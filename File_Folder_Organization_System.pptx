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_work/icons/folder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03920" y="100584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4" name="Image 1" descr="/home/claude/ppt_work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00200" y="713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PROJECT PRESENTATION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19659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and Folder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System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640080" y="3703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System for Managing Files and Folders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4828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   •   Gargi   •   Sapna   •   Divyanshi   •   Gunjan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5486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BCA      |      University: Invertis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" name="Image 0" descr="/home/claude/ppt_work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85800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4B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7452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Nowadays, we store many types of files on our computers, such as documents, images, videos, PDFs, and projects.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files are not properly organized, it becomes difficult to find the required file.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File and Folder Organization System helps users manage their files and folders in a simple and organized way.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5544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B3A4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81051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738360" y="15544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2E8B8B"/>
          </a:solidFill>
          <a:ln/>
        </p:spPr>
      </p:sp>
      <p:sp>
        <p:nvSpPr>
          <p:cNvPr id="11" name="Text 8"/>
          <p:cNvSpPr/>
          <p:nvPr/>
        </p:nvSpPr>
        <p:spPr>
          <a:xfrm>
            <a:off x="9738360" y="181051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73836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333756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2E8B8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5935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77240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738360" y="333756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B3A4B"/>
          </a:solidFill>
          <a:ln/>
        </p:spPr>
      </p:sp>
      <p:sp>
        <p:nvSpPr>
          <p:cNvPr id="17" name="Text 14"/>
          <p:cNvSpPr/>
          <p:nvPr/>
        </p:nvSpPr>
        <p:spPr>
          <a:xfrm>
            <a:off x="9738360" y="35935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738360" y="4297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50292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file types, one organized system.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ORGANIZATION 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" name="Image 0" descr="/home/claude/ppt_wor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large number of files can create many problems: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4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48256"/>
            <a:ext cx="329184" cy="329184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874520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difficult to find.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4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889504"/>
            <a:ext cx="329184" cy="32918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889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271576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files create confusion.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557016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4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730752"/>
            <a:ext cx="329184" cy="329184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730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80160" y="3557016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may be saved in the wrong folder.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398264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4B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572000"/>
            <a:ext cx="329184" cy="32918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572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80160" y="4398264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and unnecessary files take extra space.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39512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4B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7240" y="5413248"/>
            <a:ext cx="329184" cy="329184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5413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80160" y="5239512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files can be misplaced or deleted accidentally.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4864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provides a simple solution to these problems.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ORGANIZATION SYSTEM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" name="Image 0" descr="/home/claude/ppt_wor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objectives of our project are: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721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2631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4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26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1874520"/>
            <a:ext cx="43662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file management simple and easy.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40780" y="1874520"/>
            <a:ext cx="53721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1948" y="22631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8B8B"/>
          </a:solidFill>
          <a:ln/>
        </p:spPr>
      </p:sp>
      <p:sp>
        <p:nvSpPr>
          <p:cNvPr id="12" name="Text 9"/>
          <p:cNvSpPr/>
          <p:nvPr/>
        </p:nvSpPr>
        <p:spPr>
          <a:xfrm>
            <a:off x="6441948" y="226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063740" y="1874520"/>
            <a:ext cx="43662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organize files into proper folders.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300984"/>
            <a:ext cx="53721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6896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6896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71600" y="3300984"/>
            <a:ext cx="43662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file searching easier.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40780" y="3300984"/>
            <a:ext cx="53721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1948" y="36896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4B"/>
          </a:solidFill>
          <a:ln/>
        </p:spPr>
      </p:sp>
      <p:sp>
        <p:nvSpPr>
          <p:cNvPr id="20" name="Text 17"/>
          <p:cNvSpPr/>
          <p:nvPr/>
        </p:nvSpPr>
        <p:spPr>
          <a:xfrm>
            <a:off x="6441948" y="36896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063740" y="3300984"/>
            <a:ext cx="43662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create, rename, and delete files and folders.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727448"/>
            <a:ext cx="53721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" y="51160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8B8B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51160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71600" y="4727448"/>
            <a:ext cx="43662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confusion while managing files.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40780" y="4727448"/>
            <a:ext cx="53721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1948" y="51160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/>
        </p:spPr>
      </p:sp>
      <p:sp>
        <p:nvSpPr>
          <p:cNvPr id="28" name="Text 25"/>
          <p:cNvSpPr/>
          <p:nvPr/>
        </p:nvSpPr>
        <p:spPr>
          <a:xfrm>
            <a:off x="6441948" y="51160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063740" y="4727448"/>
            <a:ext cx="43662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 time when finding important files.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ORGANIZATION SYSTEM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" name="Image 0" descr="/home/claude/ppt_work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provides the following features: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234B5F"/>
          </a:solidFill>
          <a:ln/>
        </p:spPr>
      </p:sp>
      <p:sp>
        <p:nvSpPr>
          <p:cNvPr id="7" name="Shape 4"/>
          <p:cNvSpPr/>
          <p:nvPr/>
        </p:nvSpPr>
        <p:spPr>
          <a:xfrm>
            <a:off x="2004060" y="2194560"/>
            <a:ext cx="594360" cy="59436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8" name="Image 1" descr="/home/claude/ppt_work/icons/fold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94" y="234909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88036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3246120"/>
            <a:ext cx="313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new folders.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28160" y="19659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234B5F"/>
          </a:solidFill>
          <a:ln/>
        </p:spPr>
      </p:sp>
      <p:sp>
        <p:nvSpPr>
          <p:cNvPr id="12" name="Shape 8"/>
          <p:cNvSpPr/>
          <p:nvPr/>
        </p:nvSpPr>
        <p:spPr>
          <a:xfrm>
            <a:off x="5783580" y="2194560"/>
            <a:ext cx="594360" cy="59436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3" name="Image 2" descr="/home/claude/ppt_work/icons/file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114" y="234909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5320" y="288036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11040" y="3246120"/>
            <a:ext cx="313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add and manage files.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07680" y="19659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234B5F"/>
          </a:solidFill>
          <a:ln/>
        </p:spPr>
      </p:sp>
      <p:sp>
        <p:nvSpPr>
          <p:cNvPr id="17" name="Shape 12"/>
          <p:cNvSpPr/>
          <p:nvPr/>
        </p:nvSpPr>
        <p:spPr>
          <a:xfrm>
            <a:off x="9563100" y="2194560"/>
            <a:ext cx="594360" cy="59436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8" name="Image 3" descr="/home/claude/ppt_work/icons/e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634" y="234909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4840" y="288036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290560" y="3246120"/>
            <a:ext cx="313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rename files and folders.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2519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234B5F"/>
          </a:solidFill>
          <a:ln/>
        </p:spPr>
      </p:sp>
      <p:sp>
        <p:nvSpPr>
          <p:cNvPr id="22" name="Shape 16"/>
          <p:cNvSpPr/>
          <p:nvPr/>
        </p:nvSpPr>
        <p:spPr>
          <a:xfrm>
            <a:off x="2004060" y="4480560"/>
            <a:ext cx="594360" cy="59436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3" name="Image 4" descr="/home/claude/ppt_work/icons/tr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594" y="463509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" y="516636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31520" y="5532120"/>
            <a:ext cx="313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files and folders can be deleted.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28160" y="42519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234B5F"/>
          </a:solidFill>
          <a:ln/>
        </p:spPr>
      </p:sp>
      <p:sp>
        <p:nvSpPr>
          <p:cNvPr id="27" name="Shape 20"/>
          <p:cNvSpPr/>
          <p:nvPr/>
        </p:nvSpPr>
        <p:spPr>
          <a:xfrm>
            <a:off x="5783580" y="4480560"/>
            <a:ext cx="594360" cy="59436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8" name="Image 5" descr="/home/claude/ppt_wor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114" y="4635094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465320" y="516636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511040" y="5532120"/>
            <a:ext cx="313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quickly find files and folders.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07680" y="42519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234B5F"/>
          </a:solidFill>
          <a:ln/>
        </p:spPr>
      </p:sp>
      <p:sp>
        <p:nvSpPr>
          <p:cNvPr id="32" name="Shape 24"/>
          <p:cNvSpPr/>
          <p:nvPr/>
        </p:nvSpPr>
        <p:spPr>
          <a:xfrm>
            <a:off x="9563100" y="4480560"/>
            <a:ext cx="594360" cy="59436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3" name="Image 6" descr="/home/claude/ppt_work/icons/gr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634" y="4635094"/>
            <a:ext cx="285293" cy="28529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44840" y="5166360"/>
            <a:ext cx="323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View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290560" y="5532120"/>
            <a:ext cx="313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folders are displayed clearly.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ORGANIZATION SYSTEM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3" name="Image 0" descr="/home/claude/ppt_wor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4B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43100" y="1920240"/>
            <a:ext cx="685800" cy="6858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7" name="Image 1" descr="/home/claude/ppt_work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20985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51560" y="3246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22960" y="4480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CSS are used to create the user interface. JavaScript makes the system interactive.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43400" y="160020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4B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37860" y="1920240"/>
            <a:ext cx="685800" cy="6858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3" name="Image 2" descr="/home/claude/ppt_wor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0985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3246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17720" y="4480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Flask are used for backend operations.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38160" y="160020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4B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532620" y="192024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3" descr="/home/claude/ppt_wor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209854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816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641080" y="3246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412480" y="4480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used to store system information.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ORGANIZATION SYSTEM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" name="Image 0" descr="/home/claude/ppt_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OF THE SYSTEM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926080"/>
            <a:ext cx="9418320" cy="0"/>
          </a:xfrm>
          <a:prstGeom prst="line">
            <a:avLst/>
          </a:prstGeom>
          <a:noFill/>
          <a:ln w="25400">
            <a:solidFill>
              <a:srgbClr val="C9D6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2697480"/>
            <a:ext cx="457200" cy="457200"/>
          </a:xfrm>
          <a:prstGeom prst="ellipse">
            <a:avLst/>
          </a:prstGeom>
          <a:solidFill>
            <a:srgbClr val="1B3A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2606040"/>
            <a:ext cx="0" cy="9144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" y="1234440"/>
            <a:ext cx="17465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A4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" y="132588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" y="1581912"/>
            <a:ext cx="152704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system.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26664" y="2697480"/>
            <a:ext cx="457200" cy="457200"/>
          </a:xfrm>
          <a:prstGeom prst="ellipse">
            <a:avLst/>
          </a:prstGeom>
          <a:solidFill>
            <a:srgbClr val="2E8B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26664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55264" y="3154680"/>
            <a:ext cx="0" cy="9144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82012" y="3246120"/>
            <a:ext cx="17465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A4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491740" y="333756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491740" y="3593592"/>
            <a:ext cx="152704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a new folder.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10328" y="2697480"/>
            <a:ext cx="457200" cy="457200"/>
          </a:xfrm>
          <a:prstGeom prst="ellipse">
            <a:avLst/>
          </a:prstGeom>
          <a:solidFill>
            <a:srgbClr val="1B3A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032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38928" y="2606040"/>
            <a:ext cx="0" cy="9144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5676" y="1234440"/>
            <a:ext cx="17465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A4B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375404" y="132588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75404" y="1581912"/>
            <a:ext cx="152704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added to the appropriate folder.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793992" y="2697480"/>
            <a:ext cx="457200" cy="457200"/>
          </a:xfrm>
          <a:prstGeom prst="ellipse">
            <a:avLst/>
          </a:prstGeom>
          <a:solidFill>
            <a:srgbClr val="2E8B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9399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022592" y="3154680"/>
            <a:ext cx="0" cy="9144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49340" y="3246120"/>
            <a:ext cx="17465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A4B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259068" y="333756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59068" y="3593592"/>
            <a:ext cx="152704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rename, move, or delete files and folders.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677656" y="2697480"/>
            <a:ext cx="457200" cy="457200"/>
          </a:xfrm>
          <a:prstGeom prst="ellipse">
            <a:avLst/>
          </a:prstGeom>
          <a:solidFill>
            <a:srgbClr val="1B3A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77656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906256" y="2606040"/>
            <a:ext cx="0" cy="9144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33004" y="1234440"/>
            <a:ext cx="17465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A4B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142732" y="132588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142732" y="1581912"/>
            <a:ext cx="152704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use the search option to find a file.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561320" y="2697480"/>
            <a:ext cx="457200" cy="4572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5613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789920" y="3154680"/>
            <a:ext cx="0" cy="9144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16668" y="3246120"/>
            <a:ext cx="17465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3A4B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10026396" y="333756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026396" y="3593592"/>
            <a:ext cx="152704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displays files and folders in an organized structure.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file management faster and easier.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ORGANIZATION SYSTEM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_work/icons/folder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686800" y="36576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4" name="Image 1" descr="/home/claude/ppt_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00200" y="6583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640080" y="16002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DD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and Folder Organization System helps users manage their digital files in an organized way.</a:t>
            </a:r>
            <a:endParaRPr lang="en-US" sz="15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DD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storing, searching, and managing files easier.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D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this project, we learned about web development, file management, database handling, backend programming, and teamwork.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9" name="Image 2" descr="/home/claude/ppt_wor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193792"/>
            <a:ext cx="265176" cy="265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325880" y="5394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   •   Gargi   •   Sapna   •   Divyanshi   •   Gunjan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2026-09-16T14:39:18Z</dcterms:created>
  <dcterms:modified xsi:type="dcterms:W3CDTF">2026-09-16T14:39:18Z</dcterms:modified>
</cp:coreProperties>
</file>